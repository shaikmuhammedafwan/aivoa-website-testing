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FB890-2D02-4AD8-A58E-B92CCA962F59}" v="35" dt="2026-05-25T17:27:16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MUHAMMED AFWAN" userId="910fa863fe9b7fde" providerId="LiveId" clId="{BCCBA776-1BA5-4C66-9FBE-635DEEE8D015}"/>
    <pc:docChg chg="undo custSel addSld modSld">
      <pc:chgData name="SHAIK MUHAMMED AFWAN" userId="910fa863fe9b7fde" providerId="LiveId" clId="{BCCBA776-1BA5-4C66-9FBE-635DEEE8D015}" dt="2026-05-25T17:37:47.739" v="222" actId="27636"/>
      <pc:docMkLst>
        <pc:docMk/>
      </pc:docMkLst>
      <pc:sldChg chg="modSp mod">
        <pc:chgData name="SHAIK MUHAMMED AFWAN" userId="910fa863fe9b7fde" providerId="LiveId" clId="{BCCBA776-1BA5-4C66-9FBE-635DEEE8D015}" dt="2026-05-25T17:37:47.739" v="222" actId="27636"/>
        <pc:sldMkLst>
          <pc:docMk/>
          <pc:sldMk cId="2737584784" sldId="256"/>
        </pc:sldMkLst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2737584784" sldId="256"/>
            <ac:spMk id="2" creationId="{D4A5ED74-A96F-3E7F-A703-5F5A6553BC13}"/>
          </ac:spMkLst>
        </pc:spChg>
        <pc:spChg chg="mod">
          <ac:chgData name="SHAIK MUHAMMED AFWAN" userId="910fa863fe9b7fde" providerId="LiveId" clId="{BCCBA776-1BA5-4C66-9FBE-635DEEE8D015}" dt="2026-05-25T17:37:47.739" v="222" actId="27636"/>
          <ac:spMkLst>
            <pc:docMk/>
            <pc:sldMk cId="2737584784" sldId="256"/>
            <ac:spMk id="3" creationId="{4BC36A99-270B-40EB-584F-97CA83F79880}"/>
          </ac:spMkLst>
        </pc:spChg>
      </pc:sldChg>
      <pc:sldChg chg="modSp new">
        <pc:chgData name="SHAIK MUHAMMED AFWAN" userId="910fa863fe9b7fde" providerId="LiveId" clId="{BCCBA776-1BA5-4C66-9FBE-635DEEE8D015}" dt="2026-05-25T17:37:47.583" v="221"/>
        <pc:sldMkLst>
          <pc:docMk/>
          <pc:sldMk cId="1870234892" sldId="257"/>
        </pc:sldMkLst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1870234892" sldId="257"/>
            <ac:spMk id="2" creationId="{55CB5BBF-459E-06CC-7455-75E41089EE63}"/>
          </ac:spMkLst>
        </pc:spChg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1870234892" sldId="257"/>
            <ac:spMk id="3" creationId="{086791D5-6A61-9A89-DC65-67C716063932}"/>
          </ac:spMkLst>
        </pc:spChg>
      </pc:sldChg>
      <pc:sldChg chg="modSp new">
        <pc:chgData name="SHAIK MUHAMMED AFWAN" userId="910fa863fe9b7fde" providerId="LiveId" clId="{BCCBA776-1BA5-4C66-9FBE-635DEEE8D015}" dt="2026-05-25T17:37:47.583" v="221"/>
        <pc:sldMkLst>
          <pc:docMk/>
          <pc:sldMk cId="3023352010" sldId="258"/>
        </pc:sldMkLst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3023352010" sldId="258"/>
            <ac:spMk id="2" creationId="{7E0440E7-CBCE-8606-A554-A5B45BC53DB7}"/>
          </ac:spMkLst>
        </pc:spChg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3023352010" sldId="258"/>
            <ac:spMk id="3" creationId="{0B4974C8-056F-522D-4C08-A57D364B37D3}"/>
          </ac:spMkLst>
        </pc:spChg>
      </pc:sldChg>
      <pc:sldChg chg="addSp delSp modSp new mod">
        <pc:chgData name="SHAIK MUHAMMED AFWAN" userId="910fa863fe9b7fde" providerId="LiveId" clId="{BCCBA776-1BA5-4C66-9FBE-635DEEE8D015}" dt="2026-05-25T17:37:02.507" v="216" actId="255"/>
        <pc:sldMkLst>
          <pc:docMk/>
          <pc:sldMk cId="490825957" sldId="259"/>
        </pc:sldMkLst>
        <pc:spChg chg="mod">
          <ac:chgData name="SHAIK MUHAMMED AFWAN" userId="910fa863fe9b7fde" providerId="LiveId" clId="{BCCBA776-1BA5-4C66-9FBE-635DEEE8D015}" dt="2026-05-25T17:36:41.268" v="213" actId="14100"/>
          <ac:spMkLst>
            <pc:docMk/>
            <pc:sldMk cId="490825957" sldId="259"/>
            <ac:spMk id="2" creationId="{BF566606-C977-DE39-8266-B1763A041FFF}"/>
          </ac:spMkLst>
        </pc:spChg>
        <pc:spChg chg="mod">
          <ac:chgData name="SHAIK MUHAMMED AFWAN" userId="910fa863fe9b7fde" providerId="LiveId" clId="{BCCBA776-1BA5-4C66-9FBE-635DEEE8D015}" dt="2026-05-25T17:37:02.507" v="216" actId="255"/>
          <ac:spMkLst>
            <pc:docMk/>
            <pc:sldMk cId="490825957" sldId="259"/>
            <ac:spMk id="3" creationId="{D3957238-DA4D-CAEA-FBD1-1CC2E297874A}"/>
          </ac:spMkLst>
        </pc:spChg>
        <pc:spChg chg="add del">
          <ac:chgData name="SHAIK MUHAMMED AFWAN" userId="910fa863fe9b7fde" providerId="LiveId" clId="{BCCBA776-1BA5-4C66-9FBE-635DEEE8D015}" dt="2026-05-25T17:35:30.097" v="129" actId="22"/>
          <ac:spMkLst>
            <pc:docMk/>
            <pc:sldMk cId="490825957" sldId="259"/>
            <ac:spMk id="5" creationId="{3781FF25-AD79-72FD-069D-1B6C42223D1D}"/>
          </ac:spMkLst>
        </pc:spChg>
      </pc:sldChg>
      <pc:sldChg chg="modSp new">
        <pc:chgData name="SHAIK MUHAMMED AFWAN" userId="910fa863fe9b7fde" providerId="LiveId" clId="{BCCBA776-1BA5-4C66-9FBE-635DEEE8D015}" dt="2026-05-25T17:37:47.583" v="221"/>
        <pc:sldMkLst>
          <pc:docMk/>
          <pc:sldMk cId="1034592443" sldId="260"/>
        </pc:sldMkLst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1034592443" sldId="260"/>
            <ac:spMk id="2" creationId="{EBFA6458-810A-79C4-FF13-AAFE7769CCBD}"/>
          </ac:spMkLst>
        </pc:spChg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1034592443" sldId="260"/>
            <ac:spMk id="3" creationId="{1A7A3BF3-76F4-F6E1-B8A2-8E0D4DDDE50C}"/>
          </ac:spMkLst>
        </pc:spChg>
      </pc:sldChg>
      <pc:sldChg chg="modSp new">
        <pc:chgData name="SHAIK MUHAMMED AFWAN" userId="910fa863fe9b7fde" providerId="LiveId" clId="{BCCBA776-1BA5-4C66-9FBE-635DEEE8D015}" dt="2026-05-25T17:37:47.583" v="221"/>
        <pc:sldMkLst>
          <pc:docMk/>
          <pc:sldMk cId="702052864" sldId="261"/>
        </pc:sldMkLst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702052864" sldId="261"/>
            <ac:spMk id="2" creationId="{27A88CCA-4157-BFC0-F2BB-CD8090F7640C}"/>
          </ac:spMkLst>
        </pc:spChg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702052864" sldId="261"/>
            <ac:spMk id="3" creationId="{6E3DFD94-1438-690A-2BD8-A7F5BB06A2D3}"/>
          </ac:spMkLst>
        </pc:spChg>
      </pc:sldChg>
      <pc:sldChg chg="modSp new">
        <pc:chgData name="SHAIK MUHAMMED AFWAN" userId="910fa863fe9b7fde" providerId="LiveId" clId="{BCCBA776-1BA5-4C66-9FBE-635DEEE8D015}" dt="2026-05-25T17:37:47.583" v="221"/>
        <pc:sldMkLst>
          <pc:docMk/>
          <pc:sldMk cId="3225535718" sldId="262"/>
        </pc:sldMkLst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3225535718" sldId="262"/>
            <ac:spMk id="2" creationId="{8DCDC384-C9BC-C669-ED6F-F221BCFED990}"/>
          </ac:spMkLst>
        </pc:spChg>
        <pc:spChg chg="mod">
          <ac:chgData name="SHAIK MUHAMMED AFWAN" userId="910fa863fe9b7fde" providerId="LiveId" clId="{BCCBA776-1BA5-4C66-9FBE-635DEEE8D015}" dt="2026-05-25T17:37:47.583" v="221"/>
          <ac:spMkLst>
            <pc:docMk/>
            <pc:sldMk cId="3225535718" sldId="262"/>
            <ac:spMk id="3" creationId="{FD0020AC-F1DA-1EAC-5ED7-68775DC7B9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AFD7B-7758-459B-A5FC-8C65155BCE2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35813-F5B2-4B18-AF91-603ACCBA4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8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F35813-F5B2-4B18-AF91-603ACCBA4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5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2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5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5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8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9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1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14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6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2AAC67C-6792-4C5D-B09A-42EF525B4AB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25B64DE-8EAE-4888-91F3-AA07ABB3B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5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ED74-A96F-3E7F-A703-5F5A6553BC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Quality Management System (QMS) Workflow in Pharmaceutical Manufacturing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36A99-270B-40EB-584F-97CA83F79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709554"/>
            <a:ext cx="11128664" cy="2732810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API: Paracetamol Powder</a:t>
            </a:r>
          </a:p>
          <a:p>
            <a:r>
              <a:rPr lang="en-US" dirty="0"/>
              <a:t>FDF: Paracetamol 500mg Tablet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Prepared By: SHAIK MUAHMMED AWFAN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58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5BBF-459E-06CC-7455-75E41089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QMS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791D5-6A61-9A89-DC65-67C716063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QMS stands for Quality Management System.</a:t>
            </a:r>
          </a:p>
          <a:p>
            <a:r>
              <a:rPr lang="en-US" dirty="0"/>
              <a:t>• Pharmaceutical companies use QMS to maintain product quality and safety.</a:t>
            </a:r>
          </a:p>
          <a:p>
            <a:r>
              <a:rPr lang="en-US" dirty="0"/>
              <a:t>• QMS helps track deviations, quality issues, CAPA processes, and product recalls.</a:t>
            </a:r>
          </a:p>
          <a:p>
            <a:r>
              <a:rPr lang="en-US" dirty="0"/>
              <a:t>• It ensures medicines are manufactured according to quality standards.</a:t>
            </a:r>
          </a:p>
        </p:txBody>
      </p:sp>
    </p:spTree>
    <p:extLst>
      <p:ext uri="{BB962C8B-B14F-4D97-AF65-F5344CB8AC3E}">
        <p14:creationId xmlns:p14="http://schemas.microsoft.com/office/powerpoint/2010/main" val="187023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40E7-CBCE-8606-A554-A5B45BC5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and FDF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974C8-056F-522D-4C08-A57D364B3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 (Active Pharmaceutical Ingredient):</a:t>
            </a:r>
          </a:p>
          <a:p>
            <a:r>
              <a:rPr lang="en-US" dirty="0"/>
              <a:t>Paracetamol Powder</a:t>
            </a:r>
          </a:p>
          <a:p>
            <a:endParaRPr lang="en-US" dirty="0"/>
          </a:p>
          <a:p>
            <a:r>
              <a:rPr lang="en-US" dirty="0"/>
              <a:t>FDF (Finished Dosage Form):</a:t>
            </a:r>
          </a:p>
          <a:p>
            <a:r>
              <a:rPr lang="en-US" dirty="0"/>
              <a:t>Paracetamol 500mg Tablet</a:t>
            </a:r>
          </a:p>
          <a:p>
            <a:endParaRPr lang="en-US" dirty="0"/>
          </a:p>
          <a:p>
            <a:r>
              <a:rPr lang="en-US" dirty="0"/>
              <a:t>The API is the active chemical ingredient used to manufacture the final tablet product.</a:t>
            </a:r>
          </a:p>
        </p:txBody>
      </p:sp>
    </p:spTree>
    <p:extLst>
      <p:ext uri="{BB962C8B-B14F-4D97-AF65-F5344CB8AC3E}">
        <p14:creationId xmlns:p14="http://schemas.microsoft.com/office/powerpoint/2010/main" val="302335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6606-C977-DE39-8266-B1763A04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0"/>
            <a:ext cx="10772775" cy="1091045"/>
          </a:xfrm>
        </p:spPr>
        <p:txBody>
          <a:bodyPr/>
          <a:lstStyle/>
          <a:p>
            <a:r>
              <a:rPr lang="en-US" dirty="0"/>
              <a:t>QMS Workflow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57238-DA4D-CAEA-FBD1-1CC2E297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976745"/>
            <a:ext cx="10753725" cy="5881255"/>
          </a:xfrm>
        </p:spPr>
        <p:txBody>
          <a:bodyPr>
            <a:noAutofit/>
          </a:bodyPr>
          <a:lstStyle/>
          <a:p>
            <a:r>
              <a:rPr lang="en-US" sz="1100" dirty="0"/>
              <a:t>Raw Material Received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Quality Check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Manufacturing Process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Deviation Found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CAPA Process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Final Quality Testing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Packaging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Market Release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Customer Complaint</a:t>
            </a:r>
          </a:p>
          <a:p>
            <a:r>
              <a:rPr lang="en-US" sz="1100" dirty="0"/>
              <a:t>↓</a:t>
            </a:r>
          </a:p>
          <a:p>
            <a:r>
              <a:rPr lang="en-US" sz="1100" dirty="0"/>
              <a:t>Recall if Required</a:t>
            </a:r>
          </a:p>
        </p:txBody>
      </p:sp>
    </p:spTree>
    <p:extLst>
      <p:ext uri="{BB962C8B-B14F-4D97-AF65-F5344CB8AC3E}">
        <p14:creationId xmlns:p14="http://schemas.microsoft.com/office/powerpoint/2010/main" val="49082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6458-810A-79C4-FF13-AAFE7769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Deviation and CAPA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3BF3-76F4-F6E1-B8A2-8E0D4DDD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Deviation:</a:t>
            </a:r>
          </a:p>
          <a:p>
            <a:r>
              <a:rPr lang="en-US" dirty="0"/>
              <a:t>During manufacturing, tablet weight variation was identified.</a:t>
            </a:r>
          </a:p>
          <a:p>
            <a:endParaRPr lang="en-US" dirty="0"/>
          </a:p>
          <a:p>
            <a:r>
              <a:rPr lang="en-US" dirty="0"/>
              <a:t>CAPA (Corrective and Preventive Action):</a:t>
            </a:r>
          </a:p>
          <a:p>
            <a:r>
              <a:rPr lang="en-US" dirty="0"/>
              <a:t>• Machine calibration was corrected.</a:t>
            </a:r>
          </a:p>
          <a:p>
            <a:r>
              <a:rPr lang="en-US" dirty="0"/>
              <a:t>• Production team was retrained.</a:t>
            </a:r>
          </a:p>
          <a:p>
            <a:r>
              <a:rPr lang="en-US" dirty="0"/>
              <a:t>• Additional quality checks were implemented to prevent recurrence.</a:t>
            </a:r>
          </a:p>
        </p:txBody>
      </p:sp>
    </p:spTree>
    <p:extLst>
      <p:ext uri="{BB962C8B-B14F-4D97-AF65-F5344CB8AC3E}">
        <p14:creationId xmlns:p14="http://schemas.microsoft.com/office/powerpoint/2010/main" val="103459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8CCA-4157-BFC0-F2BB-CD8090F7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FD94-1438-690A-2BD8-A7F5BB06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defective products are identified in the market, the company performs a product recall.</a:t>
            </a:r>
          </a:p>
          <a:p>
            <a:endParaRPr lang="en-US" dirty="0"/>
          </a:p>
          <a:p>
            <a:r>
              <a:rPr lang="en-US" dirty="0"/>
              <a:t>The recall process helps:</a:t>
            </a:r>
          </a:p>
          <a:p>
            <a:r>
              <a:rPr lang="en-US" dirty="0"/>
              <a:t>• Protect patient safety</a:t>
            </a:r>
          </a:p>
          <a:p>
            <a:r>
              <a:rPr lang="en-US" dirty="0"/>
              <a:t>• Remove defective batches</a:t>
            </a:r>
          </a:p>
          <a:p>
            <a:r>
              <a:rPr lang="en-US" dirty="0"/>
              <a:t>• Maintain regulatory compliance</a:t>
            </a:r>
          </a:p>
          <a:p>
            <a:r>
              <a:rPr lang="en-US" dirty="0"/>
              <a:t>• Improve product quality</a:t>
            </a:r>
          </a:p>
        </p:txBody>
      </p:sp>
    </p:spTree>
    <p:extLst>
      <p:ext uri="{BB962C8B-B14F-4D97-AF65-F5344CB8AC3E}">
        <p14:creationId xmlns:p14="http://schemas.microsoft.com/office/powerpoint/2010/main" val="70205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C384-C9BC-C669-ED6F-F221BCFE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020AC-F1DA-1EAC-5ED7-68775DC7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QMS workflows help pharmaceutical manufacturers maintain product quality, patient safety, and regulatory compliance throughout the manufacturing lifecycle.</a:t>
            </a:r>
          </a:p>
          <a:p>
            <a:endParaRPr lang="en-US" dirty="0"/>
          </a:p>
          <a:p>
            <a:r>
              <a:rPr lang="en-US" dirty="0"/>
              <a:t>Proper handling of deviations, CAPA, and recalls ensures continuous quality improvement.</a:t>
            </a:r>
          </a:p>
        </p:txBody>
      </p:sp>
    </p:spTree>
    <p:extLst>
      <p:ext uri="{BB962C8B-B14F-4D97-AF65-F5344CB8AC3E}">
        <p14:creationId xmlns:p14="http://schemas.microsoft.com/office/powerpoint/2010/main" val="322553571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29</TotalTime>
  <Words>263</Words>
  <Application>Microsoft Office PowerPoint</Application>
  <PresentationFormat>Widescreen</PresentationFormat>
  <Paragraphs>63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 Light</vt:lpstr>
      <vt:lpstr>Metropolitan</vt:lpstr>
      <vt:lpstr>Quality Management System (QMS) Workflow in Pharmaceutical Manufacturing</vt:lpstr>
      <vt:lpstr>Introduction to QMS</vt:lpstr>
      <vt:lpstr>API and FDF Example</vt:lpstr>
      <vt:lpstr>QMS Workflow Process</vt:lpstr>
      <vt:lpstr>Deviation and CAPA</vt:lpstr>
      <vt:lpstr>Recall Process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MUHAMMED AFWAN</dc:creator>
  <cp:lastModifiedBy>SHAIK MUHAMMED AFWAN</cp:lastModifiedBy>
  <cp:revision>1</cp:revision>
  <dcterms:created xsi:type="dcterms:W3CDTF">2026-05-25T17:00:10Z</dcterms:created>
  <dcterms:modified xsi:type="dcterms:W3CDTF">2026-05-25T17:46:19Z</dcterms:modified>
</cp:coreProperties>
</file>